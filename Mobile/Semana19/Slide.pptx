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Situar a turma: hoje fechamos a Unidade 2 com o ciclo completo de armazenamento em nuvem — as 4 aulas em sequência teórica, sem atividade prática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roteiro. Cada bloco corresponde a uma das aulas originais (S19A1 a S19A4). Reforçar a lógica: primeiro guardamos os dados, depois integramos um app a eles, depois protegemos, depois aprendemos a recuperar caso algo dê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bloco 1 — Buckets e armazenamento em nuvem.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armazenamento em nuvem: guardar arquivos em servidores de terceiros, acessíveis pela internet, em vez de HD/SSD local. Citar os três provedores (AWS S3, Google Cloud Storage, Azure Blob Storage). Reforçar vantagens: escalabilidade, acesso de qualquer lugar, sem custo de servidor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bucket é uma gaveta gigante na nuvem — cada arquivo entra etiquetado (nome) e fica acessível de qualquer lugar. Importante: bucket não tem hierarquia real de pastas — a sensação de 'pastas' vem só do nome do arquivo (prefixos).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pelas três configurações: região geográfica (afeta velocidade/latência e pode ser exigência legal), classe de armazenamento (custo x velocidade) e política de acesso/retenção (quem acessa e por quanto tempo o dado fica guardado).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Detalhar a diferença entre classe padrão (mais cara, rápida, uso frequente) e classe fria/arquivamento (mais barata, lenta para recuperar, uso raro). A política de retenção decide automaticamente quando mover ou apagar.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bloco 2 — Integração com AWS S3.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fluxo do diagrama: o app nunca fala direto com o bucket usando uma senha fixa — ele passa pelo backend, que guarda as credenciais e libera o acesso. Enfatizar: credenciais nunca ficam expostas dentro do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Detalhar os três elementos: credenciais de acesso, política do bucket (ex.: limite de tamanho de upload) e permissões (quem pode ler, gravar ou apagar).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da URL assinada: um convite de festa com validade — dá acesso temporário ao arquivo, depois expira sozinho, sem nunca expor a credencial real do bucket.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 práticas de cada lado: no upload, validar tipo e tamanho do arquivo; no download, exigir autenticação do usuário antes de gerar o link de acesso.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bloco 3 — Segurança de dados em nuvem.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 entre em repouso (arquivo parado no bucket) e em trânsito (arquivo viajando pela rede, via HTTPS/TLS). Criptografia transforma o dado em código ilegível sem a chave certa.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Perfis de acesso diferentes por tipo de usuário, princípio do menor privilégio (cada perfil só acessa o que precisa) e monitoramento de acessos via logs para detectar tentativas suspeitas.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MFA exige mais de uma prova de identidade (ex.: senha + código do celular). Monitoramento contínuo gera alertas automáticos. Certificados digitais validam a identidade de sistemas antes de trocar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segurança e facilidade de uso puxam em direções opostas — o objetivo é equilibrar os dois lados, não maximizar apenas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o bloco 4 — Backup e recuperação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Completo copia tudo (pesado); incremental copia só o que mudou (leve, mas restauração mais trabalhosa); diferencial copia tudo desde o último completo (meio-termo).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passos: localizar o backup mais recente e íntegro, restaurar os dados, validar a integridade e só então liberar o sistema. Reforçar: pular a validação é um erro comum numa recuperação apressada.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restaurar: atualizar credenciais, aplicar patches de segurança, reforçar monitoramento e comunicar claramente à equipe que o sistema foi validado.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conectando os quatro blocos: guardar, integrar, proteger, recuperar — e o ciclo recomeça quando o app volta a gerar dados novos.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AWS S3 e equivalentes são padrão de mercado — essa base teórica vale para qualquer stack ou empresa que lide com dados na nuvem.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rapidamente as fontes oficiais (AWS, IBM, Microsoft Azure) usadas na elaboração do conteúdo original da SEDUC-SP.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dúvidas. Se sobrar tempo, recapitular oralmente o ciclo guardar → integrar → proteger → recuperar como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estas 3 perguntas para fixação — podem ser respondidas em sala, oralmente, ou passadas como tarefa.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2.png"/><Relationship Id="rId5" Type="http://schemas.openxmlformats.org/officeDocument/2006/relationships/image" Target="../media/image-22-5.png"/><Relationship Id="rId6" Type="http://schemas.openxmlformats.org/officeDocument/2006/relationships/image" Target="../media/image-22-2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image" Target="../media/image-2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cloud_1B2A47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949440" y="365760"/>
            <a:ext cx="5852160" cy="5852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8680" y="1965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MOBILE · SEMANA 19</a:t>
            </a:r>
            <a:endParaRPr lang="en-US" sz="12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331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em Nuvem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· Integração com AWS S3 · Segurança · Backup e recuperação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68680" y="416052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teórico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[SIS]ANO2C1B3S19A1 – A4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VER HOJE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01368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6" name="Image 0" descr="/home/claude/deck/icons/package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1937431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6479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e armazenamento em nuvem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0756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como os dados ficam guardados.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715768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1" name="Image 1" descr="/home/claude/deck/icons/uploadcloud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63" y="285183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267919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AWS S3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29900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app envia e recebe arquivos.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630168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6" name="Image 2" descr="/home/claude/deck/icons/lock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376623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359359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dados em nuvem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39044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Criptografia, permissões e boas práticas.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43484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544568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21" name="Image 3" descr="/home/claude/deck/icons/refreshcw_FF9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63" y="468063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50799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 recuperação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48188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quando algo dá errado.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5349240"/>
            <a:ext cx="10881360" cy="768096"/>
          </a:xfrm>
          <a:prstGeom prst="roundRect">
            <a:avLst>
              <a:gd name="adj" fmla="val 14286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5458968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26" name="Image 4" descr="/home/claude/deck/icons/repeat_FF99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463" y="559503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37360" y="542239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 encerramento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1737360" y="57332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quatro blocos se conectam.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Armazenamento em Nuvem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package_1B2A47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863840" y="91440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28803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e armazenamento em nuvem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como os dados ficam guardados na nuvem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BUCKETS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armazenamento em nuvem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4758"/>
                </a:solidFill>
              </a:rPr>
              <a:t>Guardar arquivos em servidores de terceiros, acessíveis pela internet de qualquer lugar — em vez de depender de um HD ou SSD local.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202E"/>
                </a:solidFill>
              </a:rPr>
              <a:t>Vantagens principais: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3B4758"/>
                </a:solidFill>
              </a:rPr>
              <a:t>Escalabilidade — cresce conforme a necessidade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3B4758"/>
                </a:solidFill>
              </a:rPr>
              <a:t>Acesso de qualquer lugar, a qualquer hora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3B4758"/>
                </a:solidFill>
              </a:rPr>
              <a:t>Sem custo de manter servidor físico próprio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0" y="1783080"/>
            <a:ext cx="4480560" cy="3977640"/>
          </a:xfrm>
          <a:prstGeom prst="roundRect">
            <a:avLst>
              <a:gd name="adj" fmla="val 2759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PROVEDORES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0" y="237744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2360" y="2478024"/>
            <a:ext cx="365760" cy="3657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1" name="Image 0" descr="/home/claude/deck/icons/cloud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0142" y="2565806"/>
            <a:ext cx="190195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909560" y="2377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(AWS)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0" y="3127248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52360" y="3227832"/>
            <a:ext cx="365760" cy="3657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5" name="Image 1" descr="/home/claude/deck/icons/cloud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142" y="3315614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909560" y="31272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Storage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7315200" y="3877056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1E8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52360" y="3977640"/>
            <a:ext cx="365760" cy="3657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9" name="Image 2" descr="/home/claude/deck/icons/cloud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142" y="4065422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09560" y="38770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BUCKETS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bucket?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2651760"/>
            <a:ext cx="1828800" cy="182880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7" name="Image 0" descr="/home/claude/deck/icons/package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3090672"/>
            <a:ext cx="950976" cy="9509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749040" y="1783080"/>
            <a:ext cx="7772400" cy="4023360"/>
          </a:xfrm>
          <a:prstGeom prst="roundRect">
            <a:avLst>
              <a:gd name="adj" fmla="val 2727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023360" y="2011680"/>
            <a:ext cx="7223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16202E"/>
                </a:solidFill>
              </a:rPr>
              <a:t>É o “contêiner” onde os arquivos ficam guardados na nuvem.
</a:t>
            </a:r>
            <a:pPr indent="0" marL="0">
              <a:lnSpc>
                <a:spcPct val="122000"/>
              </a:lnSpc>
              <a:buNone/>
            </a:pPr>
            <a:r>
              <a:rPr lang="en-US" sz="1450" i="1" dirty="0">
                <a:solidFill>
                  <a:srgbClr val="3B4758"/>
                </a:solidFill>
              </a:rPr>
              <a:t>Pense nele como uma gaveta gigante: cada arquivo entra etiquetado (nome) e fica acessível de qualquer lugar, via internet.
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B4758"/>
                </a:solidFill>
              </a:rPr>
              <a:t>Importante: diferente de uma pasta comum, o bucket não tem hierarquia real — a sensação de “pastas” vem apenas do nome do arquivo (prefixos).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BUCKETS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configurações essenciais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mappin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219346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20208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geográfica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3317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perto do usuário responde mais rápido (menor latência); também pode ser exigência legal manter dados no país.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429000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3" name="Image 1" descr="/home/claude/deck/icons/zap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63" y="356506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37360" y="33924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de armazenamento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1737360" y="3703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entre custo e velocidade: dados usados sempre → padrão; dados raros → arquivamento (mais barato, mais lento).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6177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800600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8" name="Image 2" descr="/home/claude/deck/icons/lock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49366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47640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acesso e retenção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5074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quem pode ler, gravar ou apagar — e regras automáticas para mover ou excluir arquivos após um prazo.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BUCKETS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armazenamento: custo x velocidade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01168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zap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459" y="21652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padrão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783080" y="239572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21A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83080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frequente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971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Mais cara por GB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34107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Acesso imediato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38496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Ideal para arquivos usados o tempo todo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17920" y="17830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7" name="Image 1" descr="/home/claude/deck/icons/archive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16529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6092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fria / arquivamento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7360920" y="239572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21A2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60920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raro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629400" y="2971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Muito mais barata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6629400" y="34107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Recuperação pode levar horas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6629400" y="38496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Ideal para backups antigos e arquivos históricos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de retenção decide automaticamente quando mover um arquivo entre classes ou excluí-lo.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uploadcloud_1B2A47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863840" y="91440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28803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AWS S3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aplicativo envia e recebe arquivos com segurança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AWS S3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app “conversa” com o S3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12368" y="219456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72488" y="256032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smartphone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9998" y="275783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2368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</a:t>
            </a:r>
            <a:endParaRPr lang="en-US" sz="1500" dirty="0"/>
          </a:p>
        </p:txBody>
      </p:sp>
      <p:pic>
        <p:nvPicPr>
          <p:cNvPr id="10" name="Image 1" descr="/home/claude/deck/icons/arrowright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296" y="2743200"/>
            <a:ext cx="64008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24248" y="219456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84368" y="256032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3" name="Image 2" descr="/home/claude/deck/icons/key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878" y="275783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24248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credenciais</a:t>
            </a:r>
            <a:endParaRPr lang="en-US" sz="1500" dirty="0"/>
          </a:p>
        </p:txBody>
      </p:sp>
      <p:pic>
        <p:nvPicPr>
          <p:cNvPr id="15" name="Image 3" descr="/home/claude/deck/icons/arrowright_FF9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176" y="2743200"/>
            <a:ext cx="64008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336128" y="219456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296248" y="256032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8" name="Image 4" descr="/home/claude/deck/icons/cloud_FF99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3758" y="2757830"/>
            <a:ext cx="427939" cy="42793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36128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S3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nunca guarda a credencial do bucket — quem autentica e libera o acesso é o backend, por trás das cenas.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AWS S3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Credenciais, políticas e permissões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key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219346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20208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de acesso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3317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que autenticam a aplicação perante o S3. Nunca ficam expostas no código do app.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429000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3" name="Image 1" descr="/home/claude/deck/icons/lock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63" y="356506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37360" y="33924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do bucket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1737360" y="3703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limitar, por exemplo, o tamanho máximo dos arquivos aceitos em um upload.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6177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800600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8" name="Image 2" descr="/home/claude/deck/icons/users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49366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47640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5074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quem pode ler, gravar ou apagar cada arquivo — evitando vazamento ou uso indevido.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AWS S3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assinada (pre-signed URL)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2651760"/>
            <a:ext cx="1828800" cy="182880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7" name="Image 0" descr="/home/claude/deck/icons/link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3090672"/>
            <a:ext cx="950976" cy="9509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749040" y="1783080"/>
            <a:ext cx="7772400" cy="4023360"/>
          </a:xfrm>
          <a:prstGeom prst="roundRect">
            <a:avLst>
              <a:gd name="adj" fmla="val 2727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023360" y="2011680"/>
            <a:ext cx="7223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16202E"/>
                </a:solidFill>
              </a:rPr>
              <a:t>Um link temporário e seguro que dá acesso a um arquivo específico, por tempo limitado.
</a:t>
            </a:r>
            <a:pPr indent="0" marL="0">
              <a:lnSpc>
                <a:spcPct val="122000"/>
              </a:lnSpc>
              <a:buNone/>
            </a:pPr>
            <a:r>
              <a:rPr lang="en-US" sz="1450" i="1" dirty="0">
                <a:solidFill>
                  <a:srgbClr val="3B4758"/>
                </a:solidFill>
              </a:rPr>
              <a:t>É como um convite de festa com validade: dá acesso ao arquivo por um tempo, depois expira sozinho.
</a:t>
            </a:r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3B4758"/>
                </a:solidFill>
              </a:rPr>
              <a:t>Vantagem: o app consegue enviar ou baixar arquivos direto do bucket, sem nunca conhecer a credencial real.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AWS S3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upload e download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01168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uploadcloud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459" y="21652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upload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Limitar o tamanho máximo do arquivo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5387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Validar o tipo de arquivo antes de aceitar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105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Guardar em uma classe de armazenamento adequada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17920" y="178308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5" name="Image 1" descr="/home/claude/deck/icons/downloadcloud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16529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6092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download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Exigir autenticação do usuário antes de gerar o link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629400" y="35387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Usar URLs assinadas com prazo curto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4105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Nunca expor o link direto e permanente do bucket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shield_1B2A47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863840" y="91440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28803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dados em nuvem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Criptografia, permissões e boas práticas de proteção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SEGURANÇA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Criptografia: em repouso x em trânsito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0" y="2080260"/>
            <a:ext cx="868680" cy="8686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lock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3123" y="2288743"/>
            <a:ext cx="451714" cy="45171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3246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repouso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6576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o arquivo enquanto ele está “parado”, guardado dentro do bucket.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178308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12480" y="2080260"/>
            <a:ext cx="868680" cy="8686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3" name="Image 1" descr="/home/claude/deck/icons/shield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963" y="2288743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0" y="3246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trânsito</a:t>
            </a:r>
            <a:endParaRPr lang="en-US" sz="1750" dirty="0"/>
          </a:p>
        </p:txBody>
      </p:sp>
      <p:sp>
        <p:nvSpPr>
          <p:cNvPr id="15" name="Text 11"/>
          <p:cNvSpPr txBox="1"/>
          <p:nvPr/>
        </p:nvSpPr>
        <p:spPr>
          <a:xfrm>
            <a:off x="6766560" y="36576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o arquivo enquanto ele está “viajando” pela rede, via HTTPS/TLS.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transforma o dado em um código ilegível sem a chave certa — mesmo que alguém copie o arquivo, não consegue lê-lo.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SEGURANÇA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permissões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users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219346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20208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 (roles)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23317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usuário recebe um perfil diferente — nem todo mundo precisa acessar tudo.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429000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3" name="Image 1" descr="/home/claude/deck/icons/checkcircle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63" y="356506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37360" y="33924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do menor privilégio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1737360" y="3703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só acessa exatamente o que precisa para o seu trabalho, nada além disso.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6177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800600"/>
            <a:ext cx="566928" cy="566928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8" name="Image 2" descr="/home/claude/deck/icons/activity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49366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47640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acessos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5074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quem acessou o quê e quando (logs), para detectar tentativas suspeitas.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SEGURANÇA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complementares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02152" cy="329184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79676" y="219456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checksquare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186" y="2392070"/>
            <a:ext cx="427939" cy="4279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324612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multifator (MFA)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93192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mais de uma prova de identidade para entrar — ex.: senha + código do celular.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5112" y="1920240"/>
            <a:ext cx="3502152" cy="329184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4708" y="219456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3" name="Image 1" descr="/home/claude/deck/icons/activity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218" y="239207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53712" y="324612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99432" y="393192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quando algo foge do padrão de uso esperado.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10144" y="1920240"/>
            <a:ext cx="3502152" cy="329184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49740" y="219456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8" name="Image 2" descr="/home/claude/deck/icons/award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250" y="239207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38744" y="324612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digitais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284464" y="3931920"/>
            <a:ext cx="2953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Validam a identidade de um sistema ou servidor antes de trocar dados com ele.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SEGURANÇA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entre segurança e usabilidade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120640" cy="3474720"/>
          </a:xfrm>
          <a:prstGeom prst="roundRect">
            <a:avLst>
              <a:gd name="adj" fmla="val 3158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" y="2171700"/>
            <a:ext cx="685800" cy="68580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shield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336292"/>
            <a:ext cx="356616" cy="356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745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seguro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063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restritos, MFA obrigatório, URLs sempre temporárias.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06440" y="32918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/home/claude/deck/icons/checkcircle_121A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114" y="3423514"/>
            <a:ext cx="285293" cy="28529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55080" y="1828800"/>
            <a:ext cx="5193792" cy="3474720"/>
          </a:xfrm>
          <a:prstGeom prst="roundRect">
            <a:avLst>
              <a:gd name="adj" fmla="val 3158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789420" y="2171700"/>
            <a:ext cx="685800" cy="68580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5" name="Image 2" descr="/home/claude/deck/icons/users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12" y="23362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5895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fácil de usar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629400" y="3063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rápido, poucos passos extras, boa experiência.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é encontrar o meio-termo: segurança forte o suficiente, sem travar o dia a dia de quem usa o sistema.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refreshcw_1B2A47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863840" y="91440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28803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 recuperação de dados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quando algo dá errado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BACKUP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tipos de backup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02152" cy="3749040"/>
          </a:xfrm>
          <a:prstGeom prst="roundRect">
            <a:avLst>
              <a:gd name="adj" fmla="val 3133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02536" y="2125980"/>
            <a:ext cx="777240" cy="77724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harddrive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074" y="231251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06324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568196" y="347472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21A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68196" y="34747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alto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97764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tudo. Simples de restaurar, porém pesado e demorado de gerar.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25112" y="1828800"/>
            <a:ext cx="3502152" cy="3749040"/>
          </a:xfrm>
          <a:prstGeom prst="roundRect">
            <a:avLst>
              <a:gd name="adj" fmla="val 3133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87568" y="2125980"/>
            <a:ext cx="777240" cy="77724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5" name="Image 1" descr="/home/claude/deck/icons/refreshcw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106" y="2312518"/>
            <a:ext cx="404165" cy="40416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07992" y="306324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5253228" y="347472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21A2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253228" y="34747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baixo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599432" y="397764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só o que mudou desde o último backup. Leve, mas a restauração junta vários backups.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010144" y="1828800"/>
            <a:ext cx="3502152" cy="3749040"/>
          </a:xfrm>
          <a:prstGeom prst="roundRect">
            <a:avLst>
              <a:gd name="adj" fmla="val 3133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372600" y="2125980"/>
            <a:ext cx="777240" cy="77724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22" name="Image 2" descr="/home/claude/deck/icons/gitbranch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138" y="2312518"/>
            <a:ext cx="404165" cy="40416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193024" y="306324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8938260" y="347472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21A2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938260" y="34747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médio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8284464" y="397764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tudo que mudou desde o último completo — meio-termo entre os dois anteriores.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BACKUP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de recuperação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32408" y="237744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3240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86588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6588" y="3703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backup mais recente e íntegro</a:t>
            </a:r>
            <a:endParaRPr lang="en-US" sz="1250" dirty="0"/>
          </a:p>
        </p:txBody>
      </p:sp>
      <p:pic>
        <p:nvPicPr>
          <p:cNvPr id="10" name="Image 0" descr="/home/claude/deck/icons/arrowright_121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040" y="2606040"/>
            <a:ext cx="402336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67048" y="237744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6704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421228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421228" y="3703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a partir desse backup</a:t>
            </a:r>
            <a:endParaRPr lang="en-US" sz="1250" dirty="0"/>
          </a:p>
        </p:txBody>
      </p:sp>
      <p:pic>
        <p:nvPicPr>
          <p:cNvPr id="15" name="Image 1" descr="/home/claude/deck/icons/arrowright_121A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680" y="2606040"/>
            <a:ext cx="402336" cy="3657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101688" y="237744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10168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6255868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255868" y="3703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integridade (nada corrompido)</a:t>
            </a:r>
            <a:endParaRPr lang="en-US" sz="1250" dirty="0"/>
          </a:p>
        </p:txBody>
      </p:sp>
      <p:pic>
        <p:nvPicPr>
          <p:cNvPr id="20" name="Image 2" descr="/home/claude/deck/icons/arrowright_121A2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320" y="2606040"/>
            <a:ext cx="402336" cy="36576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936328" y="2377440"/>
            <a:ext cx="822960" cy="822960"/>
          </a:xfrm>
          <a:prstGeom prst="ellipse">
            <a:avLst/>
          </a:prstGeom>
          <a:solidFill>
            <a:srgbClr val="121A2A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993632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18"/>
          <p:cNvSpPr txBox="1"/>
          <p:nvPr/>
        </p:nvSpPr>
        <p:spPr>
          <a:xfrm>
            <a:off x="9090508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9090508" y="3703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volta para uso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a validação é um dos erros mais comuns em uma recuperação apressada.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BACKUP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restaurar: planejamento de contingência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Bloco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42316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8" name="Image 0" descr="/home/claude/deck/icons/key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57677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56232" y="2386584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credenciais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1856232" y="2697480"/>
            <a:ext cx="3721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senhas e chaves de acesso que possam ter sido comprometidas.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20574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42316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3" name="Image 1" descr="/home/claude/deck/icons/shield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5767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79792" y="2386584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patches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7479792" y="2697480"/>
            <a:ext cx="3721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as falhas de segurança que permitiram o incidente.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2062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57200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8" name="Image 2" descr="/home/claude/deck/icons/activity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472561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56232" y="4535424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Reforçar monitoramento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856232" y="4846320"/>
            <a:ext cx="3721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alertas para identificar rapidamente uma nova tentativa.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63640" y="42062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457200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23" name="Image 3" descr="/home/claude/deck/icons/users_FF9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472561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79792" y="4535424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a equipe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7479792" y="4846320"/>
            <a:ext cx="3721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de forma clara que o sistema foi restaurado e validado.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completo dos dados na nuvem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38048" y="2651760"/>
            <a:ext cx="2286000" cy="22860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5" name="Image 0" descr="/home/claude/deck/icons/package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688" y="32004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048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600" dirty="0"/>
          </a:p>
        </p:txBody>
      </p:sp>
      <p:pic>
        <p:nvPicPr>
          <p:cNvPr id="7" name="Image 1" descr="/home/claude/deck/icons/arrowright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8" y="356616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81248" y="2651760"/>
            <a:ext cx="2286000" cy="22860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9" name="Image 2" descr="/home/claude/deck/icons/uploadcloud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888" y="3200400"/>
            <a:ext cx="1188720" cy="11887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581248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</a:t>
            </a:r>
            <a:endParaRPr lang="en-US" sz="1600" dirty="0"/>
          </a:p>
        </p:txBody>
      </p:sp>
      <p:pic>
        <p:nvPicPr>
          <p:cNvPr id="11" name="Image 3" descr="/home/claude/deck/icons/arrowright_FF9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3566160"/>
            <a:ext cx="457200" cy="4572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324448" y="2651760"/>
            <a:ext cx="2286000" cy="22860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13" name="Image 4" descr="/home/claude/deck/icons/shield_FF99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088" y="3200400"/>
            <a:ext cx="1188720" cy="11887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324448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</a:t>
            </a:r>
            <a:endParaRPr lang="en-US" sz="1600" dirty="0"/>
          </a:p>
        </p:txBody>
      </p:sp>
      <p:pic>
        <p:nvPicPr>
          <p:cNvPr id="15" name="Image 5" descr="/home/claude/deck/icons/arrowright_FF99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448" y="3566160"/>
            <a:ext cx="457200" cy="45720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9067648" y="2651760"/>
            <a:ext cx="2286000" cy="22860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17" name="Image 6" descr="/home/claude/deck/icons/rotateccw_FF99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6288" y="3200400"/>
            <a:ext cx="1188720" cy="118872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9067648" y="5120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</a:t>
            </a:r>
            <a:endParaRPr lang="en-US" sz="1600" dirty="0"/>
          </a:p>
        </p:txBody>
      </p:sp>
      <p:sp>
        <p:nvSpPr>
          <p:cNvPr id="19" name="Text 10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quando o app volta a gerar dados novos, o ciclo recomeça em “Guardar”.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no mercado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Encerramento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0" y="2697480"/>
            <a:ext cx="1737360" cy="173736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7" name="Image 0" descr="/home/claude/deck/icons/briefcase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966" y="3114446"/>
            <a:ext cx="903427" cy="90342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783080"/>
            <a:ext cx="7863840" cy="4023360"/>
          </a:xfrm>
          <a:prstGeom prst="roundRect">
            <a:avLst>
              <a:gd name="adj" fmla="val 2727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931920" y="2011680"/>
            <a:ext cx="7315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6202E"/>
                </a:solidFill>
              </a:rPr>
              <a:t>AWS S3 e serviços equivalentes são padrão de mercado em desenvolvimento mobile e web.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B4758"/>
                </a:solidFill>
              </a:rPr>
              <a:t>Saber configurar buckets, integrar um app com segurança e planejar backups é uma habilidade básica esperada de qualquer desenvolvedor que lida com dados na nuvem — independente da empresa ou da stack usada.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19 · Encerramento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956816"/>
            <a:ext cx="457200" cy="45720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7" name="Image 0" descr="/home/claude/deck/icons/bookopen_FF9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66544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96596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(AWS). O que é armazenamento em nuvem?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2734056"/>
            <a:ext cx="457200" cy="45720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0" name="Image 1" descr="/home/claude/deck/icons/bookopen_FF9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4378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7432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BUSINESS MACHINES CORPORATION (IBM). O que é armazenamento em nuvem?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31520" y="3511296"/>
            <a:ext cx="457200" cy="45720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3" name="Image 2" descr="/home/claude/deck/icons/bookopen_FF9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62102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5204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AZURE. O que é armazenamento em nuvem?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1520" y="4288536"/>
            <a:ext cx="457200" cy="457200"/>
          </a:xfrm>
          <a:prstGeom prst="ellipse">
            <a:avLst/>
          </a:prstGeom>
          <a:solidFill>
            <a:srgbClr val="121A2A"/>
          </a:solidFill>
          <a:ln/>
        </p:spPr>
      </p:sp>
      <p:pic>
        <p:nvPicPr>
          <p:cNvPr id="16" name="Image 3" descr="/home/claude/deck/icons/bookopen_FF9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39826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42976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4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FONTE TV. Cloud Computing (Computação em Nuvem) // Dicionário do Programador.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originais produzidos pela SEDUC-SP · Educação Profissional Paulista.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cons/helpcircle_1B2A47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7680960" y="109728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8680" y="2331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2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697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· Integrar · Proteger · Recuperar — o ciclo dos dados na nuvem.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FIXAR O CONTEÚDO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sobre o assunto abordado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65960"/>
            <a:ext cx="9464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papel de um bucket no armazenamento em nuvem e cite dois fatores que devem ser considerados ao configurá-lo (ex.: região, classe de armazenamento, política de retenção).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79476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566160"/>
            <a:ext cx="9464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como um aplicativo pode enviar e receber arquivos de um serviço como o AWS S3 de forma segura, citando pelo menos dois mecanismos de proteção vistos na aula (ex.: credenciais, URLs assinadas, criptografia, permissões).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E1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D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5394960"/>
            <a:ext cx="640080" cy="640080"/>
          </a:xfrm>
          <a:prstGeom prst="ellipse">
            <a:avLst/>
          </a:prstGeom>
          <a:solidFill>
            <a:srgbClr val="121A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5166360"/>
            <a:ext cx="9464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os três tipos de backup (completo, incremental e diferencial) e explique qual você escolheria para um sistema com atualizações frequentes, justificando sua resposta.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2026-08-31T18:09:33Z</dcterms:created>
  <dcterms:modified xsi:type="dcterms:W3CDTF">2026-08-31T18:09:33Z</dcterms:modified>
</cp:coreProperties>
</file>